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3" r:id="rId4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9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-748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0C4419-8E11-7F47-575D-9E5958560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7AAED82-DCD5-AA9F-EB8B-7759A187B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0EB23B9-FB39-10ED-E8BF-1D574BE13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6B61836-4D81-A272-95C5-738368493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BA1A315-6B05-4FE4-9751-50FB135B7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30202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3182DE-D822-9A85-B786-6EAED252D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C71032A-A02E-E967-982A-49780AC72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97EC9F1-8BC9-3C3B-517B-3D60F0AC4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7CA88E-7609-4C4F-9990-C3643556C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3B92877-A832-6AAC-B97C-DD87E746F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27814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E780EE-A211-8517-1C2C-DDAB6E96D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F2EC148-C0C3-E5CA-5A68-8E1567351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E9E223E-A7C3-8BD9-CCB2-48C756FE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CF64E21-7B01-BC0F-99E2-904CB305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7576EF6-E5CF-E243-A17D-D8BDFE64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86423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F0D099-54F5-24B4-4C8A-C96935935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385E156-B3A7-2058-6D60-B040B5118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2F5B05F-52F5-5431-2533-77EDD2512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9C4B687-28CA-6E5F-40D5-92DDBCC7D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730A4EA-6FC4-3D68-9315-CCD898A3B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7D79AEC-084C-AD5F-C48C-F7B4B1AC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18819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D3D658-3303-C8C5-77AC-E19CD57C1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80F42F3-4D0B-3BBD-D412-B70EA8F07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427469B-B5D5-1578-1A16-06BA38633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E8ABE49-EAA1-3F74-B005-F3DF480FD4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1361F6D-E991-3FAB-027C-6BC0EAD96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75A556A-E00C-8FA6-5BD4-DA709EF9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8C3BA8D-06C0-21B3-6E95-30770D89B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381965AA-DF69-207C-BC05-22DA31C14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35409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2DA3CF-6B52-F7C5-858E-384733873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BD4DA40-1D4F-B6A1-55B6-8B4EA4148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E1B4107-B54F-D3E6-B0E4-B06CD85B6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653DECB-D12B-AB94-935E-92BD994B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88400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30367E5-DFAE-4154-943E-59DA8908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D1755B2-B340-9CA5-E027-6655C7DEC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7B6615F-4A9E-5126-D019-438691E77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23492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43C82D-D4B5-CF74-05AF-23AB79AA6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9F0EB2E-58A8-59B1-9086-B2F77F057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A099FD3-DAC5-A5C6-CDE4-0C35A2ACA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9D1CE67-41DD-CFC6-2FA6-2919932F6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014BDD7-3E3A-EBEC-A1ED-DEA6B52C7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A816D2D-03AA-D53F-BEC2-0CBDCBCD9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68159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41ED76-3FCE-F0EC-D558-4338800FA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75ED7EB-81A6-5102-46DF-63D94FE69B9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483D8D4-EBCE-D3B6-0B84-6CC0FA40B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3EAEE7E-C038-F5FB-12CC-52931FBB0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6C91A8A-4B3F-910A-365C-3FA2BB69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4827442-DB45-264E-B6FC-5EA64B294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65858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D60E68-CF52-DA8D-9EBF-449CD4598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FFB3D78-858F-A7BB-3E5B-0DE373F67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C848EBE-09EC-5C2E-BA55-D27107095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A412915-8515-357C-CD76-2B2AB6BD1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A9CFB07-EDAA-EF30-16BD-AFC78613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20769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F570E00-F124-2636-33D7-E360CDDDC0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F85D95F-ABA6-1C7C-8353-AFD1DF8F8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1CFFB92-4C22-6A0D-9699-FC016530A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A102C05-5A3A-4869-2313-9170562BB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E33C3A3-0478-DDFE-60BD-AE2BF2BF3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82627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B2046DA-75A4-FBED-DA3E-DCEABC092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2D23778-689A-A48D-EAE6-E37024EE6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360CB7A-EC52-CFCF-A171-72E25A9F50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537127-ECDC-4DDE-9AC3-1DF8B4FE76F6}" type="datetimeFigureOut">
              <a:rPr lang="en-IN" smtClean="0"/>
              <a:pPr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9D1DB0-5C27-6CC9-661F-B02C354DC5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54FC976-C671-7A22-96DB-61EE61395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86720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026357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AutoShape 5" descr="blob:https://web.whatsapp.com/ed5b4f08-1617-4dc4-ba82-e7b49c2cdfd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5" name="AutoShape 7" descr="blob:https://web.whatsapp.com/ed5b4f08-1617-4dc4-ba82-e7b49c2cdfd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7" name="AutoShape 9" descr="blob:https://web.whatsapp.com/ed5b4f08-1617-4dc4-ba82-e7b49c2cdfd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23180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964052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" y="0"/>
            <a:ext cx="12226015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813799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682119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644632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121978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737008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160582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382111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809922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38" y="0"/>
            <a:ext cx="121793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504965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81749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0</Words>
  <Application>Microsoft Office PowerPoint</Application>
  <PresentationFormat>Custom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Kusuma Sree</dc:creator>
  <cp:lastModifiedBy>Kanuganti</cp:lastModifiedBy>
  <cp:revision>26</cp:revision>
  <dcterms:created xsi:type="dcterms:W3CDTF">2026-10-11T13:38:02Z</dcterms:created>
  <dcterms:modified xsi:type="dcterms:W3CDTF">2026-10-11T14:57:36Z</dcterms:modified>
</cp:coreProperties>
</file>